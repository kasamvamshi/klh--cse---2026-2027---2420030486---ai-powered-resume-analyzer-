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-2" id="{DA0B962C-B653-19C5-0513-8004899BB038}">
          <p14:sldIdLst>
            <p14:sldId id="268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39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9A7D42-B295-4899-92C8-FC9F9AB26E2F}"/>
              </a:ext>
            </a:extLst>
          </p:cNvPr>
          <p:cNvSpPr/>
          <p:nvPr/>
        </p:nvSpPr>
        <p:spPr>
          <a:xfrm>
            <a:off x="519189" y="642027"/>
            <a:ext cx="7175400" cy="9731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B026F-BA99-FEDE-50A2-9F5ECCDE7AC0}"/>
              </a:ext>
            </a:extLst>
          </p:cNvPr>
          <p:cNvSpPr txBox="1"/>
          <p:nvPr/>
        </p:nvSpPr>
        <p:spPr>
          <a:xfrm>
            <a:off x="991773" y="911625"/>
            <a:ext cx="6534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AI-Powered Resume Analysis and Job Matching System</a:t>
            </a:r>
            <a:endParaRPr lang="en-US" sz="2000" dirty="0">
              <a:latin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B1E61-3DB1-891C-F3A5-53EAB6874DF1}"/>
              </a:ext>
            </a:extLst>
          </p:cNvPr>
          <p:cNvSpPr txBox="1"/>
          <p:nvPr/>
        </p:nvSpPr>
        <p:spPr>
          <a:xfrm>
            <a:off x="2862776" y="1772498"/>
            <a:ext cx="616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ASE PROJECT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F21F9-CA98-A678-F4D7-B93A21C9E20D}"/>
              </a:ext>
            </a:extLst>
          </p:cNvPr>
          <p:cNvSpPr txBox="1"/>
          <p:nvPr/>
        </p:nvSpPr>
        <p:spPr>
          <a:xfrm>
            <a:off x="457200" y="3189235"/>
            <a:ext cx="45720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Name of the Guide </a:t>
            </a:r>
            <a:r>
              <a:rPr lang="en-US" sz="14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Prof.G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Lavanya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b="0" dirty="0" err="1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Designationn</a:t>
            </a:r>
            <a:r>
              <a:rPr lang="en-US" sz="1400" b="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: Associate Professor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b="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Department of CSE,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KLH CSE </a:t>
            </a:r>
            <a:r>
              <a:rPr lang="en-US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Bowrampet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Campus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FBD3A-ABB8-5B12-C8E0-CB243049B28B}"/>
              </a:ext>
            </a:extLst>
          </p:cNvPr>
          <p:cNvSpPr txBox="1"/>
          <p:nvPr/>
        </p:nvSpPr>
        <p:spPr>
          <a:xfrm>
            <a:off x="5141741" y="3189235"/>
            <a:ext cx="2890600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r>
              <a:rPr lang="en-US" dirty="0"/>
              <a:t>M Rochan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- 2420030176</a:t>
            </a:r>
            <a:endParaRPr lang="en-IN" sz="160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P MOHIT SAI - 2420030409</a:t>
            </a:r>
            <a:endParaRPr lang="en-IN" sz="160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dirty="0"/>
              <a:t>K VAMSHI</a:t>
            </a: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- </a:t>
            </a:r>
            <a:r>
              <a:rPr lang="en-US" dirty="0"/>
              <a:t>2420030486</a:t>
            </a:r>
          </a:p>
          <a:p>
            <a:pPr lvl="0">
              <a:defRPr/>
            </a:pPr>
            <a:r>
              <a:rPr lang="en-US" sz="1600" dirty="0"/>
              <a:t>SuryaChandanala-2420090001</a:t>
            </a:r>
            <a:endParaRPr lang="en-IN" sz="16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F2014F-3A82-ED63-2525-D11B437B3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843" y="20267"/>
            <a:ext cx="1695157" cy="54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7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Hundreds of resumes per opening make manual screening slow and inconsistent.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46320" y="16916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Varied formats (PDF, DOCX) and layouts make data hard to extract and compare.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265176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Keyword filters reject good candidates who word the same skill differently.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65176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46320" y="30632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Job seekers can't tell how well they fit a role or which skills they lack.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Need: </a:t>
            </a:r>
            <a:r>
              <a:rPr lang="en-US" sz="1400" dirty="0">
                <a:solidFill>
                  <a:schemeClr val="bg1"/>
                </a:solidFill>
              </a:rPr>
              <a:t>an AI system that parses resumes, understands their meaning, and matches candidates to personalized career opportunities.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1BC296-9C91-0CE9-A907-309BBEF1D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 skills, education and experience from resumes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34747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Match resumes to jobs using LLM-based analysis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2179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match scores and rank candidates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73152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844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skill gaps and suggest improvements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347472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5844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Recommend personalized career opportunities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21792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5844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a simple web interface for all users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D12EA0B-96F7-1AF6-98F3-2B352F54B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Existing System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926080" cy="320040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Current method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Manual resume screening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Keyword-based Applicant Tracking Systems (ATS)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657600" y="1280160"/>
            <a:ext cx="49377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1031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screening is slow and subjective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Keywords miss synonyms (ML vs Machine Learning)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Poor handling of varied resume formats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context: skill level or years of experience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feedback for rejected candidates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2FC126-58B0-34F2-77F0-C8C4E52D2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System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full-stack web app: React.js frontend, Node/Express backend with MongoDB, and a FastAPI AI service that uses Ollama (local LLMs) to analyse resumes and match personalized jobs.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51460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Screening in seconds, not hours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251460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3429000" y="278892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LLM-based, not keyword, matching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251460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172200" y="278892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Consistent, objective ranking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Skill gaps and personalized job picks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32918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3429000" y="38862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Recruiter dashboard, central storage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035040" y="36118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6172200" y="38862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Private: LLM runs locally on Ollama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50ECBEC-9FBB-9221-8064-6B1F473FF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Technology Used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2186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Languages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JavaScript, Python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React.js, TailwindCSS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Node.js, Express.js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AI Service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FastAPI (Python)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LLM Engine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Ollama (local LLM inference)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MongoDB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Tools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VS Code, Git/GitHub, Postman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8F636-8657-1F05-27DC-59858B0B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Workflow</a:t>
            </a:r>
            <a:endParaRPr lang="en-US" sz="3400" dirty="0"/>
          </a:p>
        </p:txBody>
      </p:sp>
      <p:sp>
        <p:nvSpPr>
          <p:cNvPr id="3" name="flow step"/>
          <p:cNvSpPr/>
          <p:nvPr/>
        </p:nvSpPr>
        <p:spPr>
          <a:xfrm>
            <a:off x="548640" y="169164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Login</a:t>
            </a:r>
            <a:endParaRPr lang="en-US" sz="1300" dirty="0"/>
          </a:p>
        </p:txBody>
      </p:sp>
      <p:sp>
        <p:nvSpPr>
          <p:cNvPr id="5" name="flow step"/>
          <p:cNvSpPr/>
          <p:nvPr/>
        </p:nvSpPr>
        <p:spPr>
          <a:xfrm>
            <a:off x="2743200" y="169164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Upload Resume / JD</a:t>
            </a:r>
            <a:endParaRPr lang="en-US" sz="1300" dirty="0"/>
          </a:p>
        </p:txBody>
      </p:sp>
      <p:sp>
        <p:nvSpPr>
          <p:cNvPr id="7" name="decision"/>
          <p:cNvSpPr/>
          <p:nvPr/>
        </p:nvSpPr>
        <p:spPr>
          <a:xfrm>
            <a:off x="4937760" y="1600200"/>
            <a:ext cx="1463040" cy="100584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Valid file?</a:t>
            </a:r>
            <a:endParaRPr lang="en-US" sz="1300" dirty="0"/>
          </a:p>
        </p:txBody>
      </p:sp>
      <p:sp>
        <p:nvSpPr>
          <p:cNvPr id="9" name="flow step"/>
          <p:cNvSpPr/>
          <p:nvPr/>
        </p:nvSpPr>
        <p:spPr>
          <a:xfrm>
            <a:off x="7132320" y="169164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Text Extraction (FastAPI)</a:t>
            </a:r>
            <a:endParaRPr lang="en-US" sz="1300" dirty="0"/>
          </a:p>
        </p:txBody>
      </p:sp>
      <p:sp>
        <p:nvSpPr>
          <p:cNvPr id="11" name="flow step"/>
          <p:cNvSpPr/>
          <p:nvPr/>
        </p:nvSpPr>
        <p:spPr>
          <a:xfrm>
            <a:off x="7132320" y="356616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Ollama LLM Analysis</a:t>
            </a:r>
            <a:endParaRPr lang="en-US" sz="1300" dirty="0"/>
          </a:p>
        </p:txBody>
      </p:sp>
      <p:sp>
        <p:nvSpPr>
          <p:cNvPr id="13" name="flow step"/>
          <p:cNvSpPr/>
          <p:nvPr/>
        </p:nvSpPr>
        <p:spPr>
          <a:xfrm>
            <a:off x="4937760" y="356616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Job Matching &amp; Skill Gap</a:t>
            </a:r>
            <a:endParaRPr lang="en-US" sz="1300" dirty="0"/>
          </a:p>
        </p:txBody>
      </p:sp>
      <p:sp>
        <p:nvSpPr>
          <p:cNvPr id="15" name="flow step"/>
          <p:cNvSpPr/>
          <p:nvPr/>
        </p:nvSpPr>
        <p:spPr>
          <a:xfrm>
            <a:off x="2743200" y="356616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Store in MongoDB</a:t>
            </a:r>
            <a:endParaRPr lang="en-US" sz="1300" dirty="0"/>
          </a:p>
        </p:txBody>
      </p:sp>
      <p:sp>
        <p:nvSpPr>
          <p:cNvPr id="17" name="flow step"/>
          <p:cNvSpPr/>
          <p:nvPr/>
        </p:nvSpPr>
        <p:spPr>
          <a:xfrm>
            <a:off x="548640" y="3566160"/>
            <a:ext cx="14630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Personalized Results</a:t>
            </a:r>
            <a:endParaRPr lang="en-US" sz="1300" dirty="0"/>
          </a:p>
        </p:txBody>
      </p:sp>
      <p:sp>
        <p:nvSpPr>
          <p:cNvPr id="19" name="connector"/>
          <p:cNvSpPr/>
          <p:nvPr/>
        </p:nvSpPr>
        <p:spPr>
          <a:xfrm>
            <a:off x="2011680" y="210312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onnector"/>
          <p:cNvSpPr/>
          <p:nvPr/>
        </p:nvSpPr>
        <p:spPr>
          <a:xfrm>
            <a:off x="4206240" y="210312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onnector"/>
          <p:cNvSpPr/>
          <p:nvPr/>
        </p:nvSpPr>
        <p:spPr>
          <a:xfrm>
            <a:off x="6400800" y="210312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connector"/>
          <p:cNvSpPr/>
          <p:nvPr/>
        </p:nvSpPr>
        <p:spPr>
          <a:xfrm>
            <a:off x="7863840" y="2514600"/>
            <a:ext cx="0" cy="1051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connector"/>
          <p:cNvSpPr/>
          <p:nvPr/>
        </p:nvSpPr>
        <p:spPr>
          <a:xfrm flipH="1">
            <a:off x="6400800" y="39776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onnector"/>
          <p:cNvSpPr/>
          <p:nvPr/>
        </p:nvSpPr>
        <p:spPr>
          <a:xfrm flipH="1">
            <a:off x="4206240" y="39776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connector"/>
          <p:cNvSpPr/>
          <p:nvPr/>
        </p:nvSpPr>
        <p:spPr>
          <a:xfrm flipH="1">
            <a:off x="2011680" y="39776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connector"/>
          <p:cNvSpPr/>
          <p:nvPr/>
        </p:nvSpPr>
        <p:spPr>
          <a:xfrm flipV="1">
            <a:off x="5669280" y="132588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nnector"/>
          <p:cNvSpPr/>
          <p:nvPr/>
        </p:nvSpPr>
        <p:spPr>
          <a:xfrm flipH="1">
            <a:off x="3474720" y="1325880"/>
            <a:ext cx="21945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nnector"/>
          <p:cNvSpPr/>
          <p:nvPr/>
        </p:nvSpPr>
        <p:spPr>
          <a:xfrm>
            <a:off x="3474720" y="13258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84048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No: re-upload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Yes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2010580-5773-E228-5636-F8FCE3265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58368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User Management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Registration, login and user profiles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6060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715768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1576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Resume Upload &amp; Parsing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React upload; FastAPI extracts text from PDF/DOCX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4773168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Resume Analysis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Ollama LLM extracts skills, education, experience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208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830568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056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Job Management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Post, store and browse job openings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58368" y="30906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Job Matching Engine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Match score between resume and each job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26060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2715768" y="30906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1576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172968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Skill Gap &amp; Career Tips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skills and personalized suggestions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6634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4773168" y="30906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30368" y="3017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611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Analysis results, matches and recommendations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67208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2926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Pipeline: React → Express → FastAPI → Ollama → MongoDB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15C03A1-CE14-9EE2-C881-CBA95A504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Progress</a:t>
            </a:r>
            <a:endParaRPr lang="en-US" sz="3400" dirty="0"/>
          </a:p>
        </p:txBody>
      </p:sp>
      <p:sp>
        <p:nvSpPr>
          <p:cNvPr id="3" name="badge"/>
          <p:cNvSpPr/>
          <p:nvPr/>
        </p:nvSpPr>
        <p:spPr>
          <a:xfrm>
            <a:off x="548640" y="131673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 analysis &amp; system design</a:t>
            </a:r>
            <a:endParaRPr lang="en-US" sz="1400" dirty="0"/>
          </a:p>
        </p:txBody>
      </p:sp>
      <p:sp>
        <p:nvSpPr>
          <p:cNvPr id="6" name="badge"/>
          <p:cNvSpPr/>
          <p:nvPr/>
        </p:nvSpPr>
        <p:spPr>
          <a:xfrm>
            <a:off x="548640" y="18653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288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+ TailwindCSS UI</a:t>
            </a:r>
            <a:endParaRPr lang="en-US" sz="1400" dirty="0"/>
          </a:p>
        </p:txBody>
      </p:sp>
      <p:sp>
        <p:nvSpPr>
          <p:cNvPr id="9" name="badge"/>
          <p:cNvSpPr/>
          <p:nvPr/>
        </p:nvSpPr>
        <p:spPr>
          <a:xfrm>
            <a:off x="548640" y="241401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Express REST API &amp; MongoDB setup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548640" y="296265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26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resume parsing service</a:t>
            </a:r>
            <a:endParaRPr lang="en-US" sz="1400" dirty="0"/>
          </a:p>
        </p:txBody>
      </p:sp>
      <p:sp>
        <p:nvSpPr>
          <p:cNvPr id="15" name="badge"/>
          <p:cNvSpPr/>
          <p:nvPr/>
        </p:nvSpPr>
        <p:spPr>
          <a:xfrm>
            <a:off x="548640" y="351129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74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Ollama LLM integration</a:t>
            </a:r>
            <a:endParaRPr lang="en-US" sz="1400" dirty="0"/>
          </a:p>
        </p:txBody>
      </p:sp>
      <p:sp>
        <p:nvSpPr>
          <p:cNvPr id="18" name="badge"/>
          <p:cNvSpPr/>
          <p:nvPr/>
        </p:nvSpPr>
        <p:spPr>
          <a:xfrm>
            <a:off x="548640" y="405993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Resume–job matching (basic)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9E5A1A9-F36C-F43A-AD69-55460B0D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 &amp; Future Scope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Current status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Remaining work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03504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complete. Upload, resume analysis with Ollama and basic matching are working.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116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Tune matching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Skill-gap module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polish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Integration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Documentation &amp; deployment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0116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Larger/fine-tuned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for scanned resumes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Bias and fairness checks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 portal APIs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app, cloud deploy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020C5D-17E7-9050-EA91-75A5A3111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34" y="48417"/>
            <a:ext cx="2282656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umeMatch">
  <a:themeElements>
    <a:clrScheme name="ResumeMatch">
      <a:dk1>
        <a:srgbClr val="1B2430"/>
      </a:dk1>
      <a:lt1>
        <a:srgbClr val="FFFFFF"/>
      </a:lt1>
      <a:dk2>
        <a:srgbClr val="12263F"/>
      </a:dk2>
      <a:lt2>
        <a:srgbClr val="EAF2F6"/>
      </a:lt2>
      <a:accent1>
        <a:srgbClr val="0E9AA7"/>
      </a:accent1>
      <a:accent2>
        <a:srgbClr val="F2A541"/>
      </a:accent2>
      <a:accent3>
        <a:srgbClr val="3D6FB6"/>
      </a:accent3>
      <a:accent4>
        <a:srgbClr val="2E9E6B"/>
      </a:accent4>
      <a:accent5>
        <a:srgbClr val="D9534F"/>
      </a:accent5>
      <a:accent6>
        <a:srgbClr val="7A5CC8"/>
      </a:accent6>
      <a:hlink>
        <a:srgbClr val="0E9AA7"/>
      </a:hlink>
      <a:folHlink>
        <a:srgbClr val="7A5CC8"/>
      </a:folHlink>
    </a:clrScheme>
    <a:fontScheme name="ResumeM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587</Words>
  <Application>Microsoft Office PowerPoint</Application>
  <PresentationFormat>On-screen Show (16:9)</PresentationFormat>
  <Paragraphs>158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ResumeMatch</vt:lpstr>
      <vt:lpstr>PowerPoint Presentation</vt:lpstr>
      <vt:lpstr>Problem Statement</vt:lpstr>
      <vt:lpstr>Objectives</vt:lpstr>
      <vt:lpstr>Existing System</vt:lpstr>
      <vt:lpstr>Proposed System</vt:lpstr>
      <vt:lpstr>Technology Used</vt:lpstr>
      <vt:lpstr>Workflow</vt:lpstr>
      <vt:lpstr>Modules</vt:lpstr>
      <vt:lpstr>Implementation Progress</vt:lpstr>
      <vt:lpstr>Conclusion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Analysis and Job Matching System for Personalized Career Opportunities</dc:title>
  <dc:subject>PptxGenJS Presentation</dc:subject>
  <dc:creator>PptxGenJS</dc:creator>
  <cp:lastModifiedBy>quarasap O</cp:lastModifiedBy>
  <cp:revision>3</cp:revision>
  <dcterms:created xsi:type="dcterms:W3CDTF">2026-10-29T08:15:55Z</dcterms:created>
  <dcterms:modified xsi:type="dcterms:W3CDTF">2026-10-29T16:19:15Z</dcterms:modified>
</cp:coreProperties>
</file>